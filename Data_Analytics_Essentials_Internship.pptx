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8ulsensei2000@gmail.com" userId="4ef3b11f2fcdb5ab" providerId="LiveId" clId="{5E18150B-545C-48C0-936B-69C0B0641DCE}"/>
    <pc:docChg chg="modSld">
      <pc:chgData name="s8ulsensei2000@gmail.com" userId="4ef3b11f2fcdb5ab" providerId="LiveId" clId="{5E18150B-545C-48C0-936B-69C0B0641DCE}" dt="2026-09-10T17:23:08.369" v="9" actId="14100"/>
      <pc:docMkLst>
        <pc:docMk/>
      </pc:docMkLst>
      <pc:sldChg chg="modSp mod">
        <pc:chgData name="s8ulsensei2000@gmail.com" userId="4ef3b11f2fcdb5ab" providerId="LiveId" clId="{5E18150B-545C-48C0-936B-69C0B0641DCE}" dt="2026-09-10T17:21:24.891" v="3" actId="1035"/>
        <pc:sldMkLst>
          <pc:docMk/>
          <pc:sldMk cId="0" sldId="256"/>
        </pc:sldMkLst>
        <pc:spChg chg="mod">
          <ac:chgData name="s8ulsensei2000@gmail.com" userId="4ef3b11f2fcdb5ab" providerId="LiveId" clId="{5E18150B-545C-48C0-936B-69C0B0641DCE}" dt="2026-09-10T17:21:24.891" v="3" actId="1035"/>
          <ac:spMkLst>
            <pc:docMk/>
            <pc:sldMk cId="0" sldId="256"/>
            <ac:spMk id="17" creationId="{00000000-0000-0000-0000-000000000000}"/>
          </ac:spMkLst>
        </pc:spChg>
      </pc:sldChg>
      <pc:sldChg chg="addSp modSp mod">
        <pc:chgData name="s8ulsensei2000@gmail.com" userId="4ef3b11f2fcdb5ab" providerId="LiveId" clId="{5E18150B-545C-48C0-936B-69C0B0641DCE}" dt="2026-09-10T17:23:08.369" v="9" actId="14100"/>
        <pc:sldMkLst>
          <pc:docMk/>
          <pc:sldMk cId="0" sldId="266"/>
        </pc:sldMkLst>
        <pc:spChg chg="mod">
          <ac:chgData name="s8ulsensei2000@gmail.com" userId="4ef3b11f2fcdb5ab" providerId="LiveId" clId="{5E18150B-545C-48C0-936B-69C0B0641DCE}" dt="2026-09-10T17:23:08.369" v="9" actId="14100"/>
          <ac:spMkLst>
            <pc:docMk/>
            <pc:sldMk cId="0" sldId="266"/>
            <ac:spMk id="9" creationId="{00000000-0000-0000-0000-000000000000}"/>
          </ac:spMkLst>
        </pc:spChg>
        <pc:picChg chg="add mod">
          <ac:chgData name="s8ulsensei2000@gmail.com" userId="4ef3b11f2fcdb5ab" providerId="LiveId" clId="{5E18150B-545C-48C0-936B-69C0B0641DCE}" dt="2026-09-10T17:22:55.231" v="7" actId="14100"/>
          <ac:picMkLst>
            <pc:docMk/>
            <pc:sldMk cId="0" sldId="266"/>
            <ac:picMk id="11" creationId="{C1C0E6B7-BB3F-9B46-646E-717706BFB771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3D5C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0B3D5C"/>
                </a:solidFill>
                <a:latin typeface="Calibri"/>
              </a:rPr>
              <a:t>Techniques Practiced in Lab Work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Usage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Mean/Median</c:v>
                </c:pt>
                <c:pt idx="1">
                  <c:v>Std. Deviation</c:v>
                </c:pt>
                <c:pt idx="2">
                  <c:v>Correlation</c:v>
                </c:pt>
                <c:pt idx="3">
                  <c:v>Distribution</c:v>
                </c:pt>
                <c:pt idx="4">
                  <c:v>Outlier Check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6</c:v>
                </c:pt>
                <c:pt idx="2">
                  <c:v>7</c:v>
                </c:pt>
                <c:pt idx="3">
                  <c:v>6.5</c:v>
                </c:pt>
                <c:pt idx="4">
                  <c:v>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F5-4DE6-A420-616DD40272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B3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EAF6F4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EAF6F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3D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6E6-4621-AA30-BC100FF760FD}"/>
              </c:ext>
            </c:extLst>
          </c:dPt>
          <c:dPt>
            <c:idx val="1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6E6-4621-AA30-BC100FF760FD}"/>
              </c:ext>
            </c:extLst>
          </c:dPt>
          <c:dPt>
            <c:idx val="2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6E6-4621-AA30-BC100FF760FD}"/>
              </c:ext>
            </c:extLst>
          </c:dPt>
          <c:dPt>
            <c:idx val="3"/>
            <c:bubble3D val="0"/>
            <c:spPr>
              <a:solidFill>
                <a:srgbClr val="9FD8C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6E6-4621-AA30-BC100FF760FD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6E6-4621-AA30-BC100FF760FD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6E6-4621-AA30-BC100FF760FD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6E6-4621-AA30-BC100FF760FD}"/>
                </c:ext>
              </c:extLst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6E6-4621-AA30-BC100FF760FD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Category A</c:v>
                </c:pt>
                <c:pt idx="1">
                  <c:v>Category B</c:v>
                </c:pt>
                <c:pt idx="2">
                  <c:v>Category C</c:v>
                </c:pt>
                <c:pt idx="3">
                  <c:v>Category 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28</c:v>
                </c:pt>
                <c:pt idx="2">
                  <c:v>22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6E6-4621-AA30-BC100FF760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B2B34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1560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822960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1188720"/>
            <a:ext cx="54864" cy="548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1463040"/>
            <a:ext cx="45720" cy="457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11521440" y="640080"/>
            <a:ext cx="45720" cy="457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Shape 4"/>
          <p:cNvSpPr/>
          <p:nvPr/>
        </p:nvSpPr>
        <p:spPr>
          <a:xfrm>
            <a:off x="10881360" y="1828800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Shape 5"/>
          <p:cNvSpPr/>
          <p:nvPr/>
        </p:nvSpPr>
        <p:spPr>
          <a:xfrm>
            <a:off x="11338560" y="1737360"/>
            <a:ext cx="45720" cy="457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5669280"/>
            <a:ext cx="64008" cy="640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6035040"/>
            <a:ext cx="45720" cy="457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6126480"/>
            <a:ext cx="45720" cy="457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Shape 9"/>
          <p:cNvSpPr/>
          <p:nvPr/>
        </p:nvSpPr>
        <p:spPr>
          <a:xfrm>
            <a:off x="1280160" y="5760720"/>
            <a:ext cx="54864" cy="5486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Shape 10"/>
          <p:cNvSpPr/>
          <p:nvPr/>
        </p:nvSpPr>
        <p:spPr>
          <a:xfrm>
            <a:off x="9692640" y="5852160"/>
            <a:ext cx="256032" cy="457200"/>
          </a:xfrm>
          <a:prstGeom prst="rect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0" y="5486400"/>
            <a:ext cx="256032" cy="822960"/>
          </a:xfrm>
          <a:prstGeom prst="rect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424160" y="5715000"/>
            <a:ext cx="256032" cy="594360"/>
          </a:xfrm>
          <a:prstGeom prst="rect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789920" y="5212080"/>
            <a:ext cx="256032" cy="1097280"/>
          </a:xfrm>
          <a:prstGeom prst="rect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155680" y="5577840"/>
            <a:ext cx="256032" cy="731520"/>
          </a:xfrm>
          <a:prstGeom prst="rect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15717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NETWORKING ACADEMY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19659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Analytics Essentials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822960" y="2880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Completion Presentation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22960" y="3794760"/>
            <a:ext cx="420624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" y="39776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Dibyesh Biswal
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
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2410030100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296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Issued: June 16,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9144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FE8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1732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Internship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17320" y="1783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overview, provider and credential details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276148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FE8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17320" y="2715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Analytics Process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30815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raw data is turned into business value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405993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FE8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417320" y="40142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 of Data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437997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Formats, availability and acquisition methods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535838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FE8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417320" y="53126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 &amp; Preparation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567842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structuring and analytics tooling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0936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FE8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08660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Techniques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86600" y="1783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statistics used to interpret data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09360" y="276148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FE8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086600" y="2715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Tools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086600" y="30815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Excel, SQL, Tableau and other lab tools used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09360" y="405993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FE8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086600" y="40142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&amp; Portfolio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086600" y="437997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and sharing the final project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309360" y="535838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FE8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086600" y="53126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 &amp; Certificate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86600" y="567842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gained and credential earned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Essentials  |  Cisco Networking Academy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Internship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9144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25880"/>
            <a:ext cx="6309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Analytics Essentials internship, delivered through Cisco Networking Academy, provided a student-level, hands-on introduction to the complete data analytics workflow. It combined conceptual learning with practical lab work across industry-standard tools, culminating in a self-directed project portfolio.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3136392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99008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 </a:t>
            </a: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Essentials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3520440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37413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Provider:  </a:t>
            </a: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Networking Academy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904488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758184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Level:  </a:t>
            </a: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288536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14223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By:  </a:t>
            </a: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Lynn Bloomer, Director, Cisco Networking Academy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672584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5262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On:  </a:t>
            </a: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16, 2026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406640" y="1325880"/>
            <a:ext cx="4114800" cy="4069080"/>
          </a:xfrm>
          <a:prstGeom prst="roundRect">
            <a:avLst>
              <a:gd name="adj" fmla="val 2697"/>
            </a:avLst>
          </a:prstGeom>
          <a:solidFill>
            <a:srgbClr val="EAF6F4"/>
          </a:solidFill>
          <a:ln/>
        </p:spPr>
      </p:sp>
      <p:sp>
        <p:nvSpPr>
          <p:cNvPr id="16" name="Shape 14"/>
          <p:cNvSpPr/>
          <p:nvPr/>
        </p:nvSpPr>
        <p:spPr>
          <a:xfrm>
            <a:off x="9052560" y="17373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905256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589520" y="2743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Dibyesh Biswal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589520" y="3108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38160" y="3611880"/>
            <a:ext cx="2651760" cy="0"/>
          </a:xfrm>
          <a:prstGeom prst="line">
            <a:avLst/>
          </a:prstGeom>
          <a:noFill/>
          <a:ln w="12700">
            <a:solidFill>
              <a:srgbClr val="CFE8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37947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
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2410030100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589520" y="46634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achieved student-level credential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Essentials  |  Cisco Networking Academy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Analytics Process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9144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raw data is transformed into meaningful business value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1993392" cy="2834640"/>
          </a:xfrm>
          <a:prstGeom prst="roundRect">
            <a:avLst>
              <a:gd name="adj" fmla="val 4587"/>
            </a:avLst>
          </a:prstGeom>
          <a:solidFill>
            <a:srgbClr val="0E4F6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51460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315468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171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business question and the data needed to answer it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15184" y="34747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862072" y="2377440"/>
            <a:ext cx="1993392" cy="2834640"/>
          </a:xfrm>
          <a:prstGeom prst="roundRect">
            <a:avLst>
              <a:gd name="adj" fmla="val 4587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2999232" y="251460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999232" y="315468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99232" y="3611880"/>
            <a:ext cx="171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 from relevant sources and systems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37176" y="34747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084064" y="2377440"/>
            <a:ext cx="1993392" cy="2834640"/>
          </a:xfrm>
          <a:prstGeom prst="roundRect">
            <a:avLst>
              <a:gd name="adj" fmla="val 4587"/>
            </a:avLst>
          </a:prstGeom>
          <a:solidFill>
            <a:srgbClr val="0E4F6E"/>
          </a:solidFill>
          <a:ln/>
        </p:spPr>
      </p:sp>
      <p:sp>
        <p:nvSpPr>
          <p:cNvPr id="16" name="Text 14"/>
          <p:cNvSpPr/>
          <p:nvPr/>
        </p:nvSpPr>
        <p:spPr>
          <a:xfrm>
            <a:off x="5221224" y="251460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221224" y="315468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21224" y="3611880"/>
            <a:ext cx="171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structure and transform data for analysis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059168" y="34747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7306056" y="2377440"/>
            <a:ext cx="1993392" cy="2834640"/>
          </a:xfrm>
          <a:prstGeom prst="roundRect">
            <a:avLst>
              <a:gd name="adj" fmla="val 4587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443216" y="251460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443216" y="315468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43216" y="3611880"/>
            <a:ext cx="171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statistical and analytical techniques to find patterns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281160" y="34747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9528048" y="2377440"/>
            <a:ext cx="1993392" cy="2834640"/>
          </a:xfrm>
          <a:prstGeom prst="roundRect">
            <a:avLst>
              <a:gd name="adj" fmla="val 4587"/>
            </a:avLst>
          </a:prstGeom>
          <a:solidFill>
            <a:srgbClr val="0E4F6E"/>
          </a:solidFill>
          <a:ln/>
        </p:spPr>
      </p:sp>
      <p:sp>
        <p:nvSpPr>
          <p:cNvPr id="26" name="Text 24"/>
          <p:cNvSpPr/>
          <p:nvPr/>
        </p:nvSpPr>
        <p:spPr>
          <a:xfrm>
            <a:off x="9665208" y="251460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9665208" y="315468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65208" y="3611880"/>
            <a:ext cx="171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and communicate insights to drive decisions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Essentials  |  Cisco Networking Academy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Characteristics of Data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9144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60020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EAF6F4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(tables, databases), semi-structured (JSON, XML) and unstructured (text, images, video)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EAF6F4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17830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24688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28346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Public/open datasets, internal organizational data, and licensed or subscription data sources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EAF6F4"/>
          </a:solidFill>
          <a:ln/>
        </p:spPr>
      </p:sp>
      <p:sp>
        <p:nvSpPr>
          <p:cNvPr id="15" name="Shape 13"/>
          <p:cNvSpPr/>
          <p:nvPr/>
        </p:nvSpPr>
        <p:spPr>
          <a:xfrm>
            <a:off x="8366760" y="17830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66760" y="24688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Methods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66760" y="28346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entry, APIs and web scraping, sensors/IoT, surveys and third-party providers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251960"/>
            <a:ext cx="10881360" cy="1691640"/>
          </a:xfrm>
          <a:prstGeom prst="roundRect">
            <a:avLst>
              <a:gd name="adj" fmla="val 5405"/>
            </a:avLst>
          </a:prstGeom>
          <a:solidFill>
            <a:srgbClr val="0B3D5C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434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480060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6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format, availability and origin of data determines which tools and techniques are appropriate for cleaning, transforming and analyzing it — the foundation for every later step in the analytics workflow.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Essentials  |  Cisco Networking Academy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Transformation &amp; Preparation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9144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754380" y="16230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54380" y="16230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554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0" y="15544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duplicates, correcting errors and handling missing values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54380" y="242773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754380" y="24277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3591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35915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raw data into consistent, analysis-ready tables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4380" y="323240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754380" y="32324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16382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0" y="316382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Converting, merging and reshaping data using analytics tools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4380" y="4037076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754380" y="40370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396849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0" y="396849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accuracy and consistency before analysis begins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0" y="1554480"/>
            <a:ext cx="2377440" cy="3566160"/>
          </a:xfrm>
          <a:prstGeom prst="roundRect">
            <a:avLst>
              <a:gd name="adj" fmla="val 3846"/>
            </a:avLst>
          </a:prstGeom>
          <a:solidFill>
            <a:srgbClr val="EAF6F4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0" y="1737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→ Ready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372600" y="2194560"/>
            <a:ext cx="1920240" cy="292608"/>
          </a:xfrm>
          <a:prstGeom prst="rect">
            <a:avLst/>
          </a:prstGeom>
          <a:solidFill>
            <a:srgbClr val="028090"/>
          </a:solidFill>
          <a:ln w="9525">
            <a:solidFill>
              <a:srgbClr val="CFE8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72600" y="2560320"/>
            <a:ext cx="19202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FE8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72600" y="2926080"/>
            <a:ext cx="19202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FE8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72600" y="3291840"/>
            <a:ext cx="19202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FE8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72600" y="3657600"/>
            <a:ext cx="19202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FE8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0" y="41605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dataset ready for statistical analysis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Essentials  |  Cisco Networking Academy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Analysis Techniques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9144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statistical and data preparation techniques applied during the internship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5212080" cy="4297680"/>
          </a:xfrm>
          <a:prstGeom prst="roundRect">
            <a:avLst>
              <a:gd name="adj" fmla="val 2128"/>
            </a:avLst>
          </a:prstGeom>
          <a:solidFill>
            <a:srgbClr val="EAF6F4"/>
          </a:solidFill>
          <a:ln/>
        </p:spPr>
      </p:sp>
      <p:graphicFrame>
        <p:nvGraphicFramePr>
          <p:cNvPr id="6" name="Chart 0"/>
          <p:cNvGraphicFramePr/>
          <p:nvPr/>
        </p:nvGraphicFramePr>
        <p:xfrm>
          <a:off x="868680" y="1828800"/>
          <a:ext cx="47548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172200" y="1792224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0" y="1645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00800" y="193852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median, mode and standard deviation to summarize datasets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72200" y="2752344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0" y="2606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&amp; Trends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00800" y="289864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relationships and patterns between variables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72200" y="3712464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0" y="35661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Analysis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400800" y="385876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Examining how data values are spread across a range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72200" y="4672584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0" y="4526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400800" y="48188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Flagging anomalies that could skew analysis results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Essentials  |  Cisco Networking Academy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Tools Used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9144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hands-on labs across multiple industry-standard tools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514600" cy="4023360"/>
          </a:xfrm>
          <a:prstGeom prst="roundRect">
            <a:avLst>
              <a:gd name="adj" fmla="val 3636"/>
            </a:avLst>
          </a:prstGeom>
          <a:solidFill>
            <a:srgbClr val="0E4F6E"/>
          </a:solidFill>
          <a:ln/>
        </p:spPr>
      </p:sp>
      <p:sp>
        <p:nvSpPr>
          <p:cNvPr id="6" name="Shape 4"/>
          <p:cNvSpPr/>
          <p:nvPr/>
        </p:nvSpPr>
        <p:spPr>
          <a:xfrm>
            <a:off x="1508760" y="208026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20802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E6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formulas, pivot tables and basic visualization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1691640"/>
            <a:ext cx="2514600" cy="4023360"/>
          </a:xfrm>
          <a:prstGeom prst="roundRect">
            <a:avLst>
              <a:gd name="adj" fmla="val 3636"/>
            </a:avLst>
          </a:prstGeom>
          <a:solidFill>
            <a:srgbClr val="028090"/>
          </a:solidFill>
          <a:ln/>
        </p:spPr>
      </p:sp>
      <p:sp>
        <p:nvSpPr>
          <p:cNvPr id="11" name="Shape 9"/>
          <p:cNvSpPr/>
          <p:nvPr/>
        </p:nvSpPr>
        <p:spPr>
          <a:xfrm>
            <a:off x="4297680" y="208026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20802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66160" y="3063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11880" y="352044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E6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Querying, filtering and aggregating structured datasets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691640"/>
            <a:ext cx="2514600" cy="4023360"/>
          </a:xfrm>
          <a:prstGeom prst="roundRect">
            <a:avLst>
              <a:gd name="adj" fmla="val 3636"/>
            </a:avLst>
          </a:prstGeom>
          <a:solidFill>
            <a:srgbClr val="0E4F6E"/>
          </a:solidFill>
          <a:ln/>
        </p:spPr>
      </p:sp>
      <p:sp>
        <p:nvSpPr>
          <p:cNvPr id="16" name="Shape 14"/>
          <p:cNvSpPr/>
          <p:nvPr/>
        </p:nvSpPr>
        <p:spPr>
          <a:xfrm>
            <a:off x="7086600" y="208026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086600" y="20802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55080" y="3063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352044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E6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interactive dashboards and visual reports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06840" y="1691640"/>
            <a:ext cx="2514600" cy="4023360"/>
          </a:xfrm>
          <a:prstGeom prst="roundRect">
            <a:avLst>
              <a:gd name="adj" fmla="val 3636"/>
            </a:avLst>
          </a:prstGeom>
          <a:solidFill>
            <a:srgbClr val="028090"/>
          </a:solidFill>
          <a:ln/>
        </p:spPr>
      </p:sp>
      <p:sp>
        <p:nvSpPr>
          <p:cNvPr id="21" name="Shape 19"/>
          <p:cNvSpPr/>
          <p:nvPr/>
        </p:nvSpPr>
        <p:spPr>
          <a:xfrm>
            <a:off x="9875520" y="208026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9875520" y="20802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144000" y="3063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Tools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89720" y="352044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E6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Supplementary analytics utilities used across the labs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Essentials  |  Cisco Networking Academy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Project &amp; Portfolio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9144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concluded with a self-directed analytics project applying the full workflow — from acquiring and preparing a dataset to analyzing it and presenting findings. The completed work was evaluated and compiled into a shareable project portfolio.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08660" y="285750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08660" y="28575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3273552"/>
            <a:ext cx="0" cy="566928"/>
          </a:xfrm>
          <a:prstGeom prst="line">
            <a:avLst/>
          </a:prstGeom>
          <a:noFill/>
          <a:ln w="25400">
            <a:solidFill>
              <a:srgbClr val="CFE8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28620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80160" y="3154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a business question and target dataset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8660" y="363474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08660" y="36347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4050792"/>
            <a:ext cx="0" cy="566928"/>
          </a:xfrm>
          <a:prstGeom prst="line">
            <a:avLst/>
          </a:prstGeom>
          <a:noFill/>
          <a:ln w="25400">
            <a:solidFill>
              <a:srgbClr val="CFE8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36393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8016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cleaning, SQL queries and Excel analysis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8660" y="441198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08660" y="44119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4828032"/>
            <a:ext cx="0" cy="566928"/>
          </a:xfrm>
          <a:prstGeom prst="line">
            <a:avLst/>
          </a:prstGeom>
          <a:noFill/>
          <a:ln w="25400">
            <a:solidFill>
              <a:srgbClr val="CFE8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44165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28016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Tableau dashboard of key findings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08660" y="518922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08660" y="51892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51937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280160" y="5486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and shared the final portfolio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06640" y="1371600"/>
            <a:ext cx="4114800" cy="4572000"/>
          </a:xfrm>
          <a:prstGeom prst="roundRect">
            <a:avLst>
              <a:gd name="adj" fmla="val 2222"/>
            </a:avLst>
          </a:prstGeom>
          <a:solidFill>
            <a:srgbClr val="EAF6F4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0" y="1554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Portfolio Dashboard</a:t>
            </a:r>
            <a:endParaRPr lang="en-US" sz="120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7772400" y="1920240"/>
          <a:ext cx="374904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Text 24"/>
          <p:cNvSpPr/>
          <p:nvPr/>
        </p:nvSpPr>
        <p:spPr>
          <a:xfrm>
            <a:off x="7589520" y="443484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Category A drives over a third of total volume, guiding prioritization in the final recommendations.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Essentials  |  Cisco Networking Academy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 &amp; Skills Gained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9144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600200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EAF6F4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888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888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709928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how the data analytics process creates value from data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EAF6F4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34061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4061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3127248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the characteristics of data, including formats, availability and acquisition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434840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EAF6F4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48234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823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4544568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data using analytics tools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55080" y="1600200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EAF6F4"/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0" y="19888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19888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78040" y="1709928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data using basic statistical and preparation techniques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55080" y="3017520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EAF6F4"/>
          </a:solidFill>
          <a:ln/>
        </p:spPr>
      </p:sp>
      <p:sp>
        <p:nvSpPr>
          <p:cNvPr id="21" name="Shape 19"/>
          <p:cNvSpPr/>
          <p:nvPr/>
        </p:nvSpPr>
        <p:spPr>
          <a:xfrm>
            <a:off x="6583680" y="34061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34061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78040" y="3127248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Completing hands-on labs using Excel, SQL, Tableau and other tools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55080" y="4434840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EAF6F4"/>
          </a:solidFill>
          <a:ln/>
        </p:spPr>
      </p:sp>
      <p:sp>
        <p:nvSpPr>
          <p:cNvPr id="25" name="Shape 23"/>
          <p:cNvSpPr/>
          <p:nvPr/>
        </p:nvSpPr>
        <p:spPr>
          <a:xfrm>
            <a:off x="6583680" y="48234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4823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78040" y="4544568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and sharing a project portfolio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Essentials  |  Cisco Networking Academy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822960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1188720"/>
            <a:ext cx="54864" cy="548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5760720"/>
            <a:ext cx="64008" cy="640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126480"/>
            <a:ext cx="45720" cy="457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Course Completion — Data Analytics Essentials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3429000"/>
            <a:ext cx="5669280" cy="2286000"/>
          </a:xfrm>
          <a:prstGeom prst="roundRect">
            <a:avLst>
              <a:gd name="adj" fmla="val 32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3611880"/>
            <a:ext cx="52395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Dibyesh Biswal
</a:t>
            </a:r>
            <a:endParaRPr lang="en-US" sz="2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 |  Roll No: 2410030100
</a:t>
            </a:r>
            <a:endParaRPr lang="en-US" sz="2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by Lynn Bloomer, Director, Cisco Networking Academy
</a:t>
            </a:r>
            <a:endParaRPr lang="en-US" sz="2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on June 16, 2026</a:t>
            </a:r>
            <a:endParaRPr lang="en-US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1C0E6B7-BB3F-9B46-646E-717706BFB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287" y="672958"/>
            <a:ext cx="4408098" cy="55120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829</Words>
  <Application>Microsoft Office PowerPoint</Application>
  <PresentationFormat>Widescreen</PresentationFormat>
  <Paragraphs>186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s8ulsensei2000@gmail.com</cp:lastModifiedBy>
  <cp:revision>1</cp:revision>
  <dcterms:created xsi:type="dcterms:W3CDTF">2026-09-10T16:59:52Z</dcterms:created>
  <dcterms:modified xsi:type="dcterms:W3CDTF">2026-09-10T17:23:17Z</dcterms:modified>
</cp:coreProperties>
</file>